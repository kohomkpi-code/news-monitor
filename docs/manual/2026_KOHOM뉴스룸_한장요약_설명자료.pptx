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한 장 요약" id="{b26606b7-5075-61e1-cba7-66ed2e481898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장 요약. 전 직원 배포용. 자세한 내용은 사용자 매뉴얼(상세)을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KOHOM 뉴스룸 · 한 장 요약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b="1" dirty="0">
                <a:solidFill>
                  <a:srgbClr val="1F3B5C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매일 언론보도 보고, 버튼 네 번이면 끝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베이직 탭 기준 · 앱 v1.0.8 · 설치는 exe 파일 하나(윈도우 경고가 뜨면 [추가 정보] → [실행])</a:t>
            </a:r>
            <a:endParaRPr lang="ko-KR" altLang="en-US" sz="1200" dirty="0"/>
          </a:p>
        </p:txBody>
      </p:sp>
      <p:sp>
        <p:nvSpPr>
          <p:cNvPr id="7" name="카드 ① 조회"/>
          <p:cNvSpPr/>
          <p:nvPr/>
        </p:nvSpPr>
        <p:spPr>
          <a:xfrm>
            <a:off x="548640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8" name="Image 0" descr="① 조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96596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1288" y="1947672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① 조회</a:t>
            </a:r>
            <a:endParaRPr lang="ko-KR" alt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404872"/>
            <a:ext cx="2165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기간은 자동(직전 영업일 9시~)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[조회] 누르기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잘못 눌렀으면 ■ 정지</a:t>
            </a:r>
            <a:endParaRPr lang="ko-KR" alt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143936" y="3017520"/>
            <a:ext cx="219456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2" name="카드 ② 추천 확인"/>
          <p:cNvSpPr/>
          <p:nvPr/>
        </p:nvSpPr>
        <p:spPr>
          <a:xfrm>
            <a:off x="3390824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3" name="Image 1" descr="② 추천 확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992" y="196596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03472" y="1947672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② 추천 확인</a:t>
            </a:r>
            <a:endParaRPr lang="ko-KR" alt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591992" y="2404872"/>
            <a:ext cx="2165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★추천 5건이 미리 선택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선택 칸으로 넣고 빼기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제목을 끌어 순서 정하기</a:t>
            </a:r>
            <a:endParaRPr lang="ko-KR" alt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986120" y="3017520"/>
            <a:ext cx="219456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7" name="카드 ③ 보고서"/>
          <p:cNvSpPr/>
          <p:nvPr/>
        </p:nvSpPr>
        <p:spPr>
          <a:xfrm>
            <a:off x="6233008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8" name="Image 2" descr="③ 보고서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76" y="19659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45656" y="1947672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③ 보고서</a:t>
            </a:r>
            <a:endParaRPr lang="ko-KR" alt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434176" y="2404872"/>
            <a:ext cx="2165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[HTML 보고서 열기]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[제목 복사]·[본문 복사]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그룹웨어 편지쓰기에 붙여넣기</a:t>
            </a:r>
            <a:endParaRPr lang="ko-KR" alt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828303" y="3017520"/>
            <a:ext cx="219456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2" name="카드 ④ 기록"/>
          <p:cNvSpPr/>
          <p:nvPr/>
        </p:nvSpPr>
        <p:spPr>
          <a:xfrm>
            <a:off x="9075191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23" name="Image 3" descr="④ 기록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6359" y="19659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687839" y="1947672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④ 기록</a:t>
            </a:r>
            <a:endParaRPr lang="ko-KR" alt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9276359" y="2404872"/>
            <a:ext cx="2165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메일을 보낸 뒤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[보고 완료로 기록]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다음 조회에서 자동 제외</a:t>
            </a:r>
            <a:endParaRPr lang="ko-KR" altLang="en-US" sz="1400" dirty="0"/>
          </a:p>
        </p:txBody>
      </p:sp>
      <p:sp>
        <p:nvSpPr>
          <p:cNvPr id="26" name="카드 업데이트"/>
          <p:cNvSpPr/>
          <p:nvPr/>
        </p:nvSpPr>
        <p:spPr>
          <a:xfrm>
            <a:off x="548640" y="452628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7" name="Image 4" descr="업데이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7091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161288" y="4690872"/>
            <a:ext cx="2692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업데이트</a:t>
            </a:r>
            <a:endParaRPr lang="ko-KR" alt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749808" y="5148072"/>
            <a:ext cx="31129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spcAft>
                <a:spcPts val="400"/>
              </a:spcAft>
              <a:buNone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켤 때 새 버전 알림 → [예]. GitHub이 막힌 PC는 공문 경로에서 새 파일로</a:t>
            </a:r>
            <a:endParaRPr lang="ko-KR" altLang="en-US" sz="1400" dirty="0"/>
          </a:p>
        </p:txBody>
      </p:sp>
      <p:sp>
        <p:nvSpPr>
          <p:cNvPr id="30" name="카드 기사 추가"/>
          <p:cNvSpPr/>
          <p:nvPr/>
        </p:nvSpPr>
        <p:spPr>
          <a:xfrm>
            <a:off x="4338218" y="452628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31" name="Image 5" descr="기사 추가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386" y="47091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950866" y="4690872"/>
            <a:ext cx="2692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기사 추가</a:t>
            </a:r>
            <a:endParaRPr lang="ko-KR" alt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4539386" y="5148072"/>
            <a:ext cx="31129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spcAft>
                <a:spcPts val="400"/>
              </a:spcAft>
              <a:buNone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검색에 없는 기사는 [＋ 기사 링크로 추가]에 주소 붙여넣기</a:t>
            </a:r>
            <a:endParaRPr lang="ko-KR" altLang="en-US" sz="1400" dirty="0"/>
          </a:p>
        </p:txBody>
      </p:sp>
      <p:sp>
        <p:nvSpPr>
          <p:cNvPr id="34" name="카드 지난 기록"/>
          <p:cNvSpPr/>
          <p:nvPr/>
        </p:nvSpPr>
        <p:spPr>
          <a:xfrm>
            <a:off x="8127797" y="452628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35" name="Image 6" descr="지난 기록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8965" y="4709160"/>
            <a:ext cx="320040" cy="3200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40445" y="4690872"/>
            <a:ext cx="2692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지난 기록</a:t>
            </a:r>
            <a:endParaRPr lang="ko-KR" alt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8328965" y="5148072"/>
            <a:ext cx="31129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spcAft>
                <a:spcPts val="400"/>
              </a:spcAft>
              <a:buNone/>
            </a:pPr>
            <a:r>
              <a:rPr lang="ko-KR" altLang="en-US" sz="1400" dirty="0">
                <a:solidFill>
                  <a:srgbClr val="1E2A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[보고 기록] 탭에서 날짜별 확인·보고서 다시 열기</a:t>
            </a:r>
            <a:endParaRPr lang="ko-KR" alt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KOHOM 뉴스룸 한 장 요약</dc:title>
  <dc:subject>PptxGenJS Presentation</dc:subject>
  <dc:creator>주택관리공단 전략과</dc:creator>
  <cp:lastModifiedBy>주택관리공단 전략과</cp:lastModifiedBy>
  <cp:revision>1</cp:revision>
  <dcterms:created xsi:type="dcterms:W3CDTF">2026-10-26T05:02:43Z</dcterms:created>
  <dcterms:modified xsi:type="dcterms:W3CDTF">2026-10-26T05:02:43Z</dcterms:modified>
</cp:coreProperties>
</file>