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한 장 요약" id="{bdf50577-0f39-99e3-1842-ee00afd8bdb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장 요약. 전 직원 배포용. 자세한 내용은 사용자 매뉴얼(상세)을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 블록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2000" dirty="0">
                <a:solidFill>
                  <a:srgbClr val="FFFFFF"/>
                </a:solidFill>
                <a:latin typeface="S-Core Dream 7 ExtraBold" pitchFamily="34" charset="0"/>
                <a:ea typeface="S-Core Dream 7 ExtraBold" pitchFamily="34" charset="-127"/>
                <a:cs typeface="S-Core Dream 7 ExtraBold" pitchFamily="34" charset="-120"/>
              </a:rPr>
              <a:t>01</a:t>
            </a:r>
            <a:endParaRPr lang="ko-KR" alt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840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2E7D8C"/>
                </a:solidFill>
                <a:latin typeface="S-Core Dream 5 Medium" pitchFamily="34" charset="0"/>
                <a:ea typeface="S-Core Dream 5 Medium" pitchFamily="34" charset="-127"/>
                <a:cs typeface="S-Core Dream 5 Medium" pitchFamily="34" charset="-120"/>
              </a:rPr>
              <a:t>KOHOM 뉴스룸 · 한 장 요약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600" dirty="0">
                <a:solidFill>
                  <a:srgbClr val="1F3B5C"/>
                </a:solidFill>
                <a:latin typeface="S-Core Dream 7 ExtraBold" pitchFamily="34" charset="0"/>
                <a:ea typeface="S-Core Dream 7 ExtraBold" pitchFamily="34" charset="-127"/>
                <a:cs typeface="S-Core Dream 7 ExtraBold" pitchFamily="34" charset="-120"/>
              </a:rPr>
              <a:t>매일 언론보도 보고, 버튼 네 번이면 끝</a:t>
            </a:r>
            <a:endParaRPr lang="ko-KR" alt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43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1200" dirty="0">
                <a:solidFill>
                  <a:srgbClr val="667385"/>
                </a:solidFill>
                <a:latin typeface="S-Core Dream 4 Regular" pitchFamily="34" charset="0"/>
                <a:ea typeface="S-Core Dream 4 Regular" pitchFamily="34" charset="-127"/>
                <a:cs typeface="S-Core Dream 4 Regular" pitchFamily="34" charset="-120"/>
              </a:rPr>
              <a:t>베이직 탭 기준 · 앱 v1.0.8 · 설치는 exe 파일 하나(윈도우 경고가 뜨면 [추가 정보] → [실행])</a:t>
            </a:r>
            <a:endParaRPr lang="ko-KR" altLang="en-US" sz="1200" dirty="0"/>
          </a:p>
        </p:txBody>
      </p:sp>
      <p:sp>
        <p:nvSpPr>
          <p:cNvPr id="7" name="카드 ① 조회"/>
          <p:cNvSpPr/>
          <p:nvPr/>
        </p:nvSpPr>
        <p:spPr>
          <a:xfrm>
            <a:off x="548640" y="1783080"/>
            <a:ext cx="2567864" cy="2514600"/>
          </a:xfrm>
          <a:prstGeom prst="roundRect">
            <a:avLst>
              <a:gd name="adj" fmla="val 363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8" name="Image 0" descr="① 조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659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61288" y="1947672"/>
            <a:ext cx="174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S-Core Dream 5 Medium" pitchFamily="34" charset="0"/>
                <a:ea typeface="S-Core Dream 5 Medium" pitchFamily="34" charset="-127"/>
                <a:cs typeface="S-Core Dream 5 Medium" pitchFamily="34" charset="-120"/>
              </a:rPr>
              <a:t>① 조회</a:t>
            </a:r>
            <a:endParaRPr lang="ko-KR" alt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404872"/>
            <a:ext cx="21655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S-Core Dream 4 Regular" pitchFamily="34" charset="0"/>
                <a:ea typeface="S-Core Dream 4 Regular" pitchFamily="34" charset="-127"/>
                <a:cs typeface="S-Core Dream 4 Regular" pitchFamily="34" charset="-120"/>
              </a:rPr>
              <a:t>기간은 자동(직전 영업일 9시~)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S-Core Dream 4 Regular" pitchFamily="34" charset="0"/>
                <a:ea typeface="S-Core Dream 4 Regular" pitchFamily="34" charset="-127"/>
                <a:cs typeface="S-Core Dream 4 Regular" pitchFamily="34" charset="-120"/>
              </a:rPr>
              <a:t>[조회] 누르기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S-Core Dream 4 Regular" pitchFamily="34" charset="0"/>
                <a:ea typeface="S-Core Dream 4 Regular" pitchFamily="34" charset="-127"/>
                <a:cs typeface="S-Core Dream 4 Regular" pitchFamily="34" charset="-120"/>
              </a:rPr>
              <a:t>잘못 눌렀으면 ■ 정지</a:t>
            </a:r>
            <a:endParaRPr lang="ko-KR" alt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143936" y="3017520"/>
            <a:ext cx="219456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2" name="카드 ② 추천 확인"/>
          <p:cNvSpPr/>
          <p:nvPr/>
        </p:nvSpPr>
        <p:spPr>
          <a:xfrm>
            <a:off x="3390824" y="1783080"/>
            <a:ext cx="2567864" cy="2514600"/>
          </a:xfrm>
          <a:prstGeom prst="roundRect">
            <a:avLst>
              <a:gd name="adj" fmla="val 363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13" name="Image 1" descr="② 추천 확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992" y="19659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03472" y="1947672"/>
            <a:ext cx="174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S-Core Dream 5 Medium" pitchFamily="34" charset="0"/>
                <a:ea typeface="S-Core Dream 5 Medium" pitchFamily="34" charset="-127"/>
                <a:cs typeface="S-Core Dream 5 Medium" pitchFamily="34" charset="-120"/>
              </a:rPr>
              <a:t>② 추천 확인</a:t>
            </a:r>
            <a:endParaRPr lang="ko-KR" alt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591992" y="2404872"/>
            <a:ext cx="21655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S-Core Dream 4 Regular" pitchFamily="34" charset="0"/>
                <a:ea typeface="S-Core Dream 4 Regular" pitchFamily="34" charset="-127"/>
                <a:cs typeface="S-Core Dream 4 Regular" pitchFamily="34" charset="-120"/>
              </a:rPr>
              <a:t>★추천 5건이 미리 선택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S-Core Dream 4 Regular" pitchFamily="34" charset="0"/>
                <a:ea typeface="S-Core Dream 4 Regular" pitchFamily="34" charset="-127"/>
                <a:cs typeface="S-Core Dream 4 Regular" pitchFamily="34" charset="-120"/>
              </a:rPr>
              <a:t>선택 칸으로 넣고 빼기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S-Core Dream 4 Regular" pitchFamily="34" charset="0"/>
                <a:ea typeface="S-Core Dream 4 Regular" pitchFamily="34" charset="-127"/>
                <a:cs typeface="S-Core Dream 4 Regular" pitchFamily="34" charset="-120"/>
              </a:rPr>
              <a:t>제목을 끌어 순서 정하기</a:t>
            </a:r>
            <a:endParaRPr lang="ko-KR" alt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986120" y="3017520"/>
            <a:ext cx="219456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7" name="카드 ③ 보고서"/>
          <p:cNvSpPr/>
          <p:nvPr/>
        </p:nvSpPr>
        <p:spPr>
          <a:xfrm>
            <a:off x="6233008" y="1783080"/>
            <a:ext cx="2567864" cy="2514600"/>
          </a:xfrm>
          <a:prstGeom prst="roundRect">
            <a:avLst>
              <a:gd name="adj" fmla="val 363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18" name="Image 2" descr="③ 보고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76" y="19659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45656" y="1947672"/>
            <a:ext cx="174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S-Core Dream 5 Medium" pitchFamily="34" charset="0"/>
                <a:ea typeface="S-Core Dream 5 Medium" pitchFamily="34" charset="-127"/>
                <a:cs typeface="S-Core Dream 5 Medium" pitchFamily="34" charset="-120"/>
              </a:rPr>
              <a:t>③ 보고서</a:t>
            </a:r>
            <a:endParaRPr lang="ko-KR" alt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34176" y="2404872"/>
            <a:ext cx="21655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S-Core Dream 4 Regular" pitchFamily="34" charset="0"/>
                <a:ea typeface="S-Core Dream 4 Regular" pitchFamily="34" charset="-127"/>
                <a:cs typeface="S-Core Dream 4 Regular" pitchFamily="34" charset="-120"/>
              </a:rPr>
              <a:t>[HTML 보고서 열기]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S-Core Dream 4 Regular" pitchFamily="34" charset="0"/>
                <a:ea typeface="S-Core Dream 4 Regular" pitchFamily="34" charset="-127"/>
                <a:cs typeface="S-Core Dream 4 Regular" pitchFamily="34" charset="-120"/>
              </a:rPr>
              <a:t>[제목 복사]·[본문 복사]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S-Core Dream 4 Regular" pitchFamily="34" charset="0"/>
                <a:ea typeface="S-Core Dream 4 Regular" pitchFamily="34" charset="-127"/>
                <a:cs typeface="S-Core Dream 4 Regular" pitchFamily="34" charset="-120"/>
              </a:rPr>
              <a:t>그룹웨어 편지쓰기에 붙여넣기</a:t>
            </a:r>
            <a:endParaRPr lang="ko-KR" alt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8828303" y="3017520"/>
            <a:ext cx="219456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2" name="카드 ④ 기록"/>
          <p:cNvSpPr/>
          <p:nvPr/>
        </p:nvSpPr>
        <p:spPr>
          <a:xfrm>
            <a:off x="9075191" y="1783080"/>
            <a:ext cx="2567864" cy="2514600"/>
          </a:xfrm>
          <a:prstGeom prst="roundRect">
            <a:avLst>
              <a:gd name="adj" fmla="val 363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23" name="Image 3" descr="④ 기록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6359" y="19659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87839" y="1947672"/>
            <a:ext cx="174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S-Core Dream 5 Medium" pitchFamily="34" charset="0"/>
                <a:ea typeface="S-Core Dream 5 Medium" pitchFamily="34" charset="-127"/>
                <a:cs typeface="S-Core Dream 5 Medium" pitchFamily="34" charset="-120"/>
              </a:rPr>
              <a:t>④ 기록</a:t>
            </a:r>
            <a:endParaRPr lang="ko-KR" alt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9276359" y="2404872"/>
            <a:ext cx="21655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S-Core Dream 4 Regular" pitchFamily="34" charset="0"/>
                <a:ea typeface="S-Core Dream 4 Regular" pitchFamily="34" charset="-127"/>
                <a:cs typeface="S-Core Dream 4 Regular" pitchFamily="34" charset="-120"/>
              </a:rPr>
              <a:t>메일을 보낸 뒤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S-Core Dream 4 Regular" pitchFamily="34" charset="0"/>
                <a:ea typeface="S-Core Dream 4 Regular" pitchFamily="34" charset="-127"/>
                <a:cs typeface="S-Core Dream 4 Regular" pitchFamily="34" charset="-120"/>
              </a:rPr>
              <a:t>[보고 완료로 기록]</a:t>
            </a:r>
            <a:endParaRPr lang="ko-KR" altLang="en-US" sz="1400" dirty="0"/>
          </a:p>
          <a:p>
            <a:pPr latin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rgbClr val="1E2A36"/>
                </a:solidFill>
                <a:latin typeface="S-Core Dream 4 Regular" pitchFamily="34" charset="0"/>
                <a:ea typeface="S-Core Dream 4 Regular" pitchFamily="34" charset="-127"/>
                <a:cs typeface="S-Core Dream 4 Regular" pitchFamily="34" charset="-120"/>
              </a:rPr>
              <a:t>다음 조회에서 자동 제외</a:t>
            </a:r>
            <a:endParaRPr lang="ko-KR" altLang="en-US" sz="1400" dirty="0"/>
          </a:p>
        </p:txBody>
      </p:sp>
      <p:sp>
        <p:nvSpPr>
          <p:cNvPr id="26" name="카드 업데이트"/>
          <p:cNvSpPr/>
          <p:nvPr/>
        </p:nvSpPr>
        <p:spPr>
          <a:xfrm>
            <a:off x="548640" y="4526280"/>
            <a:ext cx="3515258" cy="1783080"/>
          </a:xfrm>
          <a:prstGeom prst="roundRect">
            <a:avLst>
              <a:gd name="adj" fmla="val 5128"/>
            </a:avLst>
          </a:prstGeom>
          <a:solidFill>
            <a:srgbClr val="E4F0F2"/>
          </a:solidFill>
          <a:ln w="12700">
            <a:solidFill>
              <a:srgbClr val="E4F0F2"/>
            </a:solidFill>
            <a:prstDash val="solid"/>
          </a:ln>
        </p:spPr>
      </p:sp>
      <p:pic>
        <p:nvPicPr>
          <p:cNvPr id="27" name="Image 4" descr="업데이트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7091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61288" y="4690872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S-Core Dream 5 Medium" pitchFamily="34" charset="0"/>
                <a:ea typeface="S-Core Dream 5 Medium" pitchFamily="34" charset="-127"/>
                <a:cs typeface="S-Core Dream 5 Medium" pitchFamily="34" charset="-120"/>
              </a:rPr>
              <a:t>업데이트</a:t>
            </a:r>
            <a:endParaRPr lang="ko-KR" alt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749808" y="5148072"/>
            <a:ext cx="3112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rgbClr val="1E2A36"/>
                </a:solidFill>
                <a:latin typeface="S-Core Dream 4 Regular" pitchFamily="34" charset="0"/>
                <a:ea typeface="S-Core Dream 4 Regular" pitchFamily="34" charset="-127"/>
                <a:cs typeface="S-Core Dream 4 Regular" pitchFamily="34" charset="-120"/>
              </a:rPr>
              <a:t>켤 때 새 버전 알림 → [예]. GitHub이 막힌 PC는 공문 경로에서 새 파일로</a:t>
            </a:r>
            <a:endParaRPr lang="ko-KR" altLang="en-US" sz="1400" dirty="0"/>
          </a:p>
        </p:txBody>
      </p:sp>
      <p:sp>
        <p:nvSpPr>
          <p:cNvPr id="30" name="카드 기사 추가"/>
          <p:cNvSpPr/>
          <p:nvPr/>
        </p:nvSpPr>
        <p:spPr>
          <a:xfrm>
            <a:off x="4338218" y="4526280"/>
            <a:ext cx="3515258" cy="1783080"/>
          </a:xfrm>
          <a:prstGeom prst="roundRect">
            <a:avLst>
              <a:gd name="adj" fmla="val 5128"/>
            </a:avLst>
          </a:prstGeom>
          <a:solidFill>
            <a:srgbClr val="E4F0F2"/>
          </a:solidFill>
          <a:ln w="12700">
            <a:solidFill>
              <a:srgbClr val="E4F0F2"/>
            </a:solidFill>
            <a:prstDash val="solid"/>
          </a:ln>
        </p:spPr>
      </p:sp>
      <p:pic>
        <p:nvPicPr>
          <p:cNvPr id="31" name="Image 5" descr="기사 추가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9386" y="47091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950866" y="4690872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S-Core Dream 5 Medium" pitchFamily="34" charset="0"/>
                <a:ea typeface="S-Core Dream 5 Medium" pitchFamily="34" charset="-127"/>
                <a:cs typeface="S-Core Dream 5 Medium" pitchFamily="34" charset="-120"/>
              </a:rPr>
              <a:t>기사 추가</a:t>
            </a:r>
            <a:endParaRPr lang="ko-KR" alt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4539386" y="5148072"/>
            <a:ext cx="3112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rgbClr val="1E2A36"/>
                </a:solidFill>
                <a:latin typeface="S-Core Dream 4 Regular" pitchFamily="34" charset="0"/>
                <a:ea typeface="S-Core Dream 4 Regular" pitchFamily="34" charset="-127"/>
                <a:cs typeface="S-Core Dream 4 Regular" pitchFamily="34" charset="-120"/>
              </a:rPr>
              <a:t>검색에 없는 기사는 [＋ 기사 링크로 추가]에 주소 붙여넣기</a:t>
            </a:r>
            <a:endParaRPr lang="ko-KR" altLang="en-US" sz="1400" dirty="0"/>
          </a:p>
        </p:txBody>
      </p:sp>
      <p:sp>
        <p:nvSpPr>
          <p:cNvPr id="34" name="카드 지난 기록"/>
          <p:cNvSpPr/>
          <p:nvPr/>
        </p:nvSpPr>
        <p:spPr>
          <a:xfrm>
            <a:off x="8127797" y="4526280"/>
            <a:ext cx="3515258" cy="1783080"/>
          </a:xfrm>
          <a:prstGeom prst="roundRect">
            <a:avLst>
              <a:gd name="adj" fmla="val 5128"/>
            </a:avLst>
          </a:prstGeom>
          <a:solidFill>
            <a:srgbClr val="E4F0F2"/>
          </a:solidFill>
          <a:ln w="12700">
            <a:solidFill>
              <a:srgbClr val="E4F0F2"/>
            </a:solidFill>
            <a:prstDash val="solid"/>
          </a:ln>
        </p:spPr>
      </p:sp>
      <p:pic>
        <p:nvPicPr>
          <p:cNvPr id="35" name="Image 6" descr="지난 기록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8965" y="4709160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740445" y="4690872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700" dirty="0">
                <a:solidFill>
                  <a:srgbClr val="1F3B5C"/>
                </a:solidFill>
                <a:latin typeface="S-Core Dream 5 Medium" pitchFamily="34" charset="0"/>
                <a:ea typeface="S-Core Dream 5 Medium" pitchFamily="34" charset="-127"/>
                <a:cs typeface="S-Core Dream 5 Medium" pitchFamily="34" charset="-120"/>
              </a:rPr>
              <a:t>지난 기록</a:t>
            </a:r>
            <a:endParaRPr lang="ko-KR" altLang="en-US" sz="1700" dirty="0"/>
          </a:p>
        </p:txBody>
      </p:sp>
      <p:sp>
        <p:nvSpPr>
          <p:cNvPr id="37" name="Text 28"/>
          <p:cNvSpPr txBox="1"/>
          <p:nvPr/>
        </p:nvSpPr>
        <p:spPr>
          <a:xfrm>
            <a:off x="8328965" y="5148072"/>
            <a:ext cx="31129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rgbClr val="1E2A36"/>
                </a:solidFill>
                <a:latin typeface="S-Core Dream 4 Regular" pitchFamily="34" charset="0"/>
                <a:ea typeface="S-Core Dream 4 Regular" pitchFamily="34" charset="-127"/>
                <a:cs typeface="S-Core Dream 4 Regular" pitchFamily="34" charset="-120"/>
              </a:rPr>
              <a:t>[보고 기록] 탭에서 날짜별 확인·보고서 다시 열기</a:t>
            </a:r>
            <a:endParaRPr lang="ko-KR" alt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-Core Dream 7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-Core Dream 4 Regula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KOHOM 뉴스룸 한 장 요약</dc:title>
  <dc:subject>PptxGenJS Presentation</dc:subject>
  <dc:creator>주택관리공단 전략과</dc:creator>
  <cp:lastModifiedBy>주택관리공단 전략과</cp:lastModifiedBy>
  <cp:revision>1</cp:revision>
  <dcterms:created xsi:type="dcterms:W3CDTF">2026-10-26T04:30:21Z</dcterms:created>
  <dcterms:modified xsi:type="dcterms:W3CDTF">2026-10-26T04:30:21Z</dcterms:modified>
</cp:coreProperties>
</file>